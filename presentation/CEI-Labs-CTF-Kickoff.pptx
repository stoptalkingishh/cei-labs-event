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f4e10fe794c51" /><Relationship Type="http://schemas.openxmlformats.org/officeDocument/2006/relationships/extended-properties" Target="/docProps/app.xml" Id="R85addf9364f94a62" /><Relationship Type="http://schemas.openxmlformats.org/officeDocument/2006/relationships/officeDocument" Target="/ppt/presentation.xml" Id="R3492f230e793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59674a9ee4719"/>
  </p:sldMasterIdLst>
  <p:notesMasterIdLst>
    <p:notesMasterId xmlns:r="http://schemas.openxmlformats.org/officeDocument/2006/relationships" r:id="R164eb6be679a4900"/>
  </p:notesMasterIdLst>
  <p:sldIdLst>
    <p:sldId xmlns:r="http://schemas.openxmlformats.org/officeDocument/2006/relationships" id="256" r:id="R703a66de43004c76"/>
    <p:sldId xmlns:r="http://schemas.openxmlformats.org/officeDocument/2006/relationships" id="257" r:id="Rd07c846d1f43484c"/>
    <p:sldId xmlns:r="http://schemas.openxmlformats.org/officeDocument/2006/relationships" id="258" r:id="Re87fc1cb3e3f4ee9"/>
    <p:sldId xmlns:r="http://schemas.openxmlformats.org/officeDocument/2006/relationships" id="259" r:id="R3faffbee01af4136"/>
    <p:sldId xmlns:r="http://schemas.openxmlformats.org/officeDocument/2006/relationships" id="260" r:id="R1dc676ed50184913"/>
    <p:sldId xmlns:r="http://schemas.openxmlformats.org/officeDocument/2006/relationships" id="261" r:id="R4640441d94444684"/>
    <p:sldId xmlns:r="http://schemas.openxmlformats.org/officeDocument/2006/relationships" id="262" r:id="R5efdb80c382145a3"/>
    <p:sldId xmlns:r="http://schemas.openxmlformats.org/officeDocument/2006/relationships" id="263" r:id="Ra9b686a5453e49ad"/>
    <p:sldId xmlns:r="http://schemas.openxmlformats.org/officeDocument/2006/relationships" id="264" r:id="Rfe73bf62bf7e4f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7a586fb7e45f4" /><Relationship Type="http://schemas.openxmlformats.org/officeDocument/2006/relationships/slideMaster" Target="/ppt/slideMasters/slideMaster1.xml" Id="Rcad59674a9ee4719" /><Relationship Type="http://schemas.openxmlformats.org/officeDocument/2006/relationships/notesMaster" Target="/ppt/notesMasters/notesMaster1.xml" Id="R164eb6be679a4900" /><Relationship Type="http://schemas.openxmlformats.org/officeDocument/2006/relationships/presProps" Target="/ppt/presProps.xml" Id="R78c45571657b49c3" /><Relationship Type="http://schemas.openxmlformats.org/officeDocument/2006/relationships/viewProps" Target="/ppt/viewProps.xml" Id="Ref41cf56e2644d17" /><Relationship Type="http://schemas.openxmlformats.org/officeDocument/2006/relationships/tableStyles" Target="/ppt/tableStyles.xml" Id="R753d3fca96e64b89" /><Relationship Type="http://schemas.openxmlformats.org/officeDocument/2006/relationships/slide" Target="/ppt/slides/slide1.xml" Id="R703a66de43004c76" /><Relationship Type="http://schemas.openxmlformats.org/officeDocument/2006/relationships/slide" Target="/ppt/slides/slide2.xml" Id="Rd07c846d1f43484c" /><Relationship Type="http://schemas.openxmlformats.org/officeDocument/2006/relationships/slide" Target="/ppt/slides/slide3.xml" Id="Re87fc1cb3e3f4ee9" /><Relationship Type="http://schemas.openxmlformats.org/officeDocument/2006/relationships/slide" Target="/ppt/slides/slide4.xml" Id="R3faffbee01af4136" /><Relationship Type="http://schemas.openxmlformats.org/officeDocument/2006/relationships/slide" Target="/ppt/slides/slide5.xml" Id="R1dc676ed50184913" /><Relationship Type="http://schemas.openxmlformats.org/officeDocument/2006/relationships/slide" Target="/ppt/slides/slide6.xml" Id="R4640441d94444684" /><Relationship Type="http://schemas.openxmlformats.org/officeDocument/2006/relationships/slide" Target="/ppt/slides/slide7.xml" Id="R5efdb80c382145a3" /><Relationship Type="http://schemas.openxmlformats.org/officeDocument/2006/relationships/slide" Target="/ppt/slides/slide8.xml" Id="Ra9b686a5453e49ad" /><Relationship Type="http://schemas.openxmlformats.org/officeDocument/2006/relationships/slide" Target="/ppt/slides/slide9.xml" Id="Rfe73bf62bf7e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5e0025bbb4c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c3433d8ed4780" /><Relationship Type="http://schemas.openxmlformats.org/officeDocument/2006/relationships/notesMaster" Target="/ppt/notesMasters/notesMaster1.xml" Id="R5f8141b800fd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f9a3a75cb4197" /><Relationship Type="http://schemas.openxmlformats.org/officeDocument/2006/relationships/notesMaster" Target="/ppt/notesMasters/notesMaster1.xml" Id="R40da651a2b8a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0c468dba574974" /><Relationship Type="http://schemas.openxmlformats.org/officeDocument/2006/relationships/notesMaster" Target="/ppt/notesMasters/notesMaster1.xml" Id="Rd0a5fc20b660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0957494ed48ca" /><Relationship Type="http://schemas.openxmlformats.org/officeDocument/2006/relationships/notesMaster" Target="/ppt/notesMasters/notesMaster1.xml" Id="R2d4ad83bbf62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86c2c1ac84e83" /><Relationship Type="http://schemas.openxmlformats.org/officeDocument/2006/relationships/notesMaster" Target="/ppt/notesMasters/notesMaster1.xml" Id="R6d036ebd8f4c43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ecfa2ec354973" /><Relationship Type="http://schemas.openxmlformats.org/officeDocument/2006/relationships/notesMaster" Target="/ppt/notesMasters/notesMaster1.xml" Id="R73b2568d09ca43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29a0a49cc5499d" /><Relationship Type="http://schemas.openxmlformats.org/officeDocument/2006/relationships/notesMaster" Target="/ppt/notesMasters/notesMaster1.xml" Id="Rc10e1f7dbaa4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2b462f103b4486" /><Relationship Type="http://schemas.openxmlformats.org/officeDocument/2006/relationships/notesMaster" Target="/ppt/notesMasters/notesMaster1.xml" Id="R895d1d2c8404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2e228e6869496e" /><Relationship Type="http://schemas.openxmlformats.org/officeDocument/2006/relationships/notesMaster" Target="/ppt/notesMasters/notesMaster1.xml" Id="Rdad3f7752fae4c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a4bdbffe44c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1d73be73148d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ff72d199bd4997" /><Relationship Type="http://schemas.openxmlformats.org/officeDocument/2006/relationships/slideLayout" Target="/ppt/slideLayouts/slideLayout1.xml" Id="Rf14bc892f11247bc" /><Relationship Type="http://schemas.openxmlformats.org/officeDocument/2006/relationships/slideLayout" Target="/ppt/slideLayouts/slideLayout2.xml" Id="R180799ba4073454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bc892f11247bc"/>
    <p:sldLayoutId xmlns:r="http://schemas.openxmlformats.org/officeDocument/2006/relationships" id="2147483650" r:id="R180799ba4073454e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c4988a03d04ac6" /><Relationship Type="http://schemas.openxmlformats.org/officeDocument/2006/relationships/image" Target="/ppt/media/image.png" Id="R361d98ee3e264942" /><Relationship Type="http://schemas.openxmlformats.org/officeDocument/2006/relationships/notesSlide" Target="/ppt/notesSlides/notesSlide1.xml" Id="R589b845528f1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5c58fa57f4a34" /><Relationship Type="http://schemas.openxmlformats.org/officeDocument/2006/relationships/image" Target="/ppt/media/image2.png" Id="R36a1fdc30f0f4fca" /><Relationship Type="http://schemas.openxmlformats.org/officeDocument/2006/relationships/image" Target="/ppt/media/image3.png" Id="R1b10bb3202614ad1" /><Relationship Type="http://schemas.openxmlformats.org/officeDocument/2006/relationships/image" Target="/ppt/media/image4.png" Id="R538370b6ac5c44b5" /><Relationship Type="http://schemas.openxmlformats.org/officeDocument/2006/relationships/notesSlide" Target="/ppt/notesSlides/notesSlide2.xml" Id="R95df13a292da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426f08fc345cf" /><Relationship Type="http://schemas.openxmlformats.org/officeDocument/2006/relationships/image" Target="/ppt/media/image5.png" Id="R42009cc815434580" /><Relationship Type="http://schemas.openxmlformats.org/officeDocument/2006/relationships/image" Target="/ppt/media/image6.png" Id="Rc969f7bb26244893" /><Relationship Type="http://schemas.openxmlformats.org/officeDocument/2006/relationships/image" Target="/ppt/media/image7.png" Id="Re2e520a480ad44a3" /><Relationship Type="http://schemas.openxmlformats.org/officeDocument/2006/relationships/image" Target="/ppt/media/image8.png" Id="R8dbb35debba9488c" /><Relationship Type="http://schemas.openxmlformats.org/officeDocument/2006/relationships/notesSlide" Target="/ppt/notesSlides/notesSlide3.xml" Id="R2109d2d2c8c7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47990d82184a35" /><Relationship Type="http://schemas.openxmlformats.org/officeDocument/2006/relationships/notesSlide" Target="/ppt/notesSlides/notesSlide4.xml" Id="Rb78ce98d0d8a4b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691ca7ace450a" /><Relationship Type="http://schemas.openxmlformats.org/officeDocument/2006/relationships/image" Target="/ppt/media/image9.png" Id="R4c226c95ccd3436a" /><Relationship Type="http://schemas.openxmlformats.org/officeDocument/2006/relationships/image" Target="/ppt/media/image10.png" Id="R553e55452536413a" /><Relationship Type="http://schemas.openxmlformats.org/officeDocument/2006/relationships/notesSlide" Target="/ppt/notesSlides/notesSlide5.xml" Id="R7f21552aa5c14a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7d8c6aa2294efa" /><Relationship Type="http://schemas.openxmlformats.org/officeDocument/2006/relationships/notesSlide" Target="/ppt/notesSlides/notesSlide6.xml" Id="R1a6af1f79cd5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57ce4eb8ba4cea" /><Relationship Type="http://schemas.openxmlformats.org/officeDocument/2006/relationships/image" Target="/ppt/media/image11.png" Id="R06b85fb716bf4879" /><Relationship Type="http://schemas.openxmlformats.org/officeDocument/2006/relationships/notesSlide" Target="/ppt/notesSlides/notesSlide7.xml" Id="R88d3fa24a179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d24a347424255" /><Relationship Type="http://schemas.openxmlformats.org/officeDocument/2006/relationships/image" Target="/ppt/media/image12.png" Id="R8ddb50ea10cc45ca" /><Relationship Type="http://schemas.openxmlformats.org/officeDocument/2006/relationships/image" Target="/ppt/media/image13.png" Id="Rec454e6e2d83405b" /><Relationship Type="http://schemas.openxmlformats.org/officeDocument/2006/relationships/image" Target="/ppt/media/image14.png" Id="Red86a92d43344b6a" /><Relationship Type="http://schemas.openxmlformats.org/officeDocument/2006/relationships/notesSlide" Target="/ppt/notesSlides/notesSlide8.xml" Id="R03559b8d90ed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692b6061d24faa" /><Relationship Type="http://schemas.openxmlformats.org/officeDocument/2006/relationships/image" Target="/ppt/media/image15.png" Id="R9e646e4f80af46ee" /><Relationship Type="http://schemas.openxmlformats.org/officeDocument/2006/relationships/notesSlide" Target="/ppt/notesSlides/notesSlide9.xml" Id="Rc27ac964f56b46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B5F5D5-644A-46C4-B05B-907294B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46304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F3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AB0D24-CC20-44A6-8944-6AE4574B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0" y="475488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F30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A4B82B2-ABA5-4DD7-93AE-1A5C8177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296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98ee3e26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524" y="946404"/>
            <a:ext cx="576072" cy="57607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9B81860-A1B2-431D-AF4F-99304F83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10058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CEI LABS CTF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3449130-CFC4-4CB8-99B1-DE0A3605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i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Day-of Kickoff Brief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1D8265F-1107-4485-BE62-F175AA5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What today is, how it runs, and how you win — before you log in.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1B28EBF-79E3-4AF8-A857-D1413CE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721E490-BECD-481D-864B-AC47177B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614968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2F0EC-5D1A-4085-AD9F-F3A6948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WELCOME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55FF2D-853F-445C-BA9C-D679E5E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Three games, released in stages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9F73C61-C400-4C0E-ADDE-D52BC8F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Hands-on security challenges, solved for points — built on well-known, established wargame tracks. Not one-off puzzles, real learning paths.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566BEDB-9D45-4A14-85D6-76B261AA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38328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D350B83-9266-4258-BF76-927BA98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803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1fdc30f0f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848" y="2990088"/>
            <a:ext cx="466344" cy="46634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4E6D77C-42A5-47F8-8253-3A053F9F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0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Bandit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842E1F-F007-46D6-B225-A97F8FF1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43400"/>
            <a:ext cx="2743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Linux basics — the command line, from the ground up.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F6FEA99-5D66-438D-96DF-869CA244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38328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38F5551-357E-45F9-BD7D-8A00162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803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0bb3202614a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3168" y="2990088"/>
            <a:ext cx="466344" cy="466344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A19680B-CE1E-4BF9-A9DB-53E44F61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40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Krypton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214875A-ECCF-4F30-8D8B-02565492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343400"/>
            <a:ext cx="2743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Cryptography — breaking and building ciphers.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0E77BB7-B3AE-46E5-B760-BDF54AB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14600"/>
            <a:ext cx="338328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8763C7D-210C-40AB-987A-202C1785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803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370b6ac5c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6488" y="2990088"/>
            <a:ext cx="466344" cy="466344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B7D256B-F28D-488D-9BF6-FE99DDB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840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Natas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2DFD1403-F611-4AB1-9646-64DB5115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343400"/>
            <a:ext cx="2743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Web security — attacking real (safe) web targets.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9CA6CBB-5660-45C7-98CA-C672256A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Start each game when staff announce it.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B45F648-D3AA-4A27-A7CE-1A230A3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A4E5B6E6-73FB-4027-AC57-D6125F1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0331381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20718D-C381-469E-A293-63FDE7E4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THE PLATFORM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235C2B-41BC-44E8-A9D4-4CEDC540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Everything runs through CTFd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86BA34B-3D50-4157-81F3-5FA25FB4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630936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D35A39-01D5-4798-9003-1730AFE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9cc8154345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5616" y="2005736"/>
            <a:ext cx="331927" cy="331927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C5851B-E21A-4262-9513-EFF452CC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892808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Log in once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98509C-DF41-4902-8691-5D63FC6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221992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One account, one browser tab — that's your whole event.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97F403C-5210-4E5B-8326-6DD3030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620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9f7bb2624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5616" y="2947568"/>
            <a:ext cx="331927" cy="331927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4F928A1-6606-48F4-A9E1-B931955E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3464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Browse challenges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41DB4C-C351-4641-93C4-9F53EFD8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163824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Every track, every level, laid out with its own description.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F1AC59D-0340-4076-9F83-37486544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0390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20a480ad44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5616" y="3889400"/>
            <a:ext cx="331927" cy="331927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F0E8F94-1A76-4D3C-8304-15FBD9C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7647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Launch your environment</a:t>
            </a: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BC9806D-A438-468B-A5D3-8983F43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105656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Click Launch — get your assigned target back in seconds.</a:t>
            </a: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5EEED029-0CAB-468B-B20E-DBF508E3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4573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b35debba948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5616" y="4831232"/>
            <a:ext cx="331927" cy="331927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4C7A65E-8CB7-4AE3-A7F2-3C484BD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18304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Submit &amp; climb the board</a:t>
            </a:r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AB310A53-90B7-4031-BA4F-39E4DB7C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047488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Flags go in, points go up, the live leaderboard updates.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4C5D34C1-862A-47DE-A167-308BE50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00200"/>
            <a:ext cx="4297680" cy="448056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B274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98BF61A-9838-47FB-B6D4-61355CAB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20240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CTFd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9F399FD8-C2FE-4225-AFC4-0C07D497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3657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The scoreboard-and-challenge platform for the whole event. If you're not sure what to do next, it's on this screen.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1B903873-BEF1-418E-A2D5-0DC4CE2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1920"/>
            <a:ext cx="3383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8C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3AAAAAB8-F729-40F7-8456-011E871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60520"/>
            <a:ext cx="36576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8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One login.</a:t>
            </a:r>
          </a:p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8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One tab.</a:t>
            </a:r>
          </a:p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8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Three game scoreboards.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9EB7BBC5-1711-4664-83BE-3C0F8999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0CD7773-0BA0-4EFA-8FBC-8299FB5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1962093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3412E9-D669-4193-AA9E-8C7435E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ISOLATION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C7D35-F08C-402A-93E4-6ED77A22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Your assigned lab, on demand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B6ED31-7088-4C59-B8DE-AF64E17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Launch only the environment assigned to you. Stay within your own targets; never probe another participant or event infrastructure.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F73FDB-6F55-4447-AE5B-6F8D3C50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3383280" cy="292608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76AB84-BA3F-411A-9C7E-800F3B01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BF82AC-A93D-4717-95AE-D0CCD30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Click Launch Environment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059D06-2FAF-4917-B1CF-93EE3873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Right on the challenge, inside CTFd.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090DA2-F01B-4B9E-92BC-1C77A17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84048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0F0E41-723B-45D2-B5A1-052EB3FB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51760"/>
            <a:ext cx="3383280" cy="292608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9FCFA2-5BCF-4ABA-91ED-7B39391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5A1A43-E980-4802-8065-DC91993D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86200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Wait a few seconds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37DA0-93AD-4C24-A6CA-0D408B40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526280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Your own instance spins up, just for you.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2E7DB5-624C-4946-B67A-EB4EA3D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84048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9353D1E-8784-40F5-997E-7F667E5F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51760"/>
            <a:ext cx="3383280" cy="292608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B274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2977F5-9ADB-49EC-A1B5-8A17852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5E90E53-08DF-4AF8-92FF-C40A3B6B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86200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Get your connection info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0946CC-2D7E-4E07-B71B-C41B155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26280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Host, port — everything you need to connect.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519B2DD-9BC3-4E66-861B-91B4065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4384CF0-40C8-4FB8-98D1-76E891D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9209595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A4872E-480D-4EEF-897E-381B48B6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GETTING 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5799D4-CA6B-469D-8B3E-9377F1E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Connecting to a challenge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BB6F19-EFA5-4101-8BAB-EF6DB43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074920" cy="36576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CAF6E49-8125-42E3-A8A4-B7760A7B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26c95ccd343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533" y="2114093"/>
            <a:ext cx="435254" cy="43525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FDB1771-5C63-4446-8B6E-6CBC900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075688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Bandit &amp; Krypton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B00387A-2837-4631-AAF7-A2B2172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80360"/>
            <a:ext cx="4434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You'll connect with SSH — the standard way to remotely log into a Linux machine from a terminal.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937376A-12AF-4A64-9A0C-94A09C1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0480"/>
            <a:ext cx="443484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B274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0CC12C9-BA29-449B-B4C2-56A501D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23360"/>
            <a:ext cx="3977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We're not covering SSH itself here — Bandit's first challenge, "Start Here," walks you through exactly how, one step at a time.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D890F9A-A995-470C-9732-5CC9820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91640"/>
            <a:ext cx="5074920" cy="36576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B274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79A6A8-488C-4829-9B0E-A0A257D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e5545253641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3213" y="2114093"/>
            <a:ext cx="435254" cy="43525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9597526-BA7E-4DDC-9AE0-295A147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75688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Natas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10F8143-0733-4AB8-AD0A-42D289DB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0360"/>
            <a:ext cx="4434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No SSH needed. One click gives you a full desktop right in your browser (noVNC) — nothing to install.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FD6671A-966A-40C0-B8E6-515918E1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443484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41F30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F1633C7-8A71-4D0E-B906-3957107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3360"/>
            <a:ext cx="3977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B8DEF"/>
                </a:solidFill>
                <a:latin typeface="Calibri"/>
                <a:ea typeface="Calibri"/>
                <a:cs typeface="Calibri"/>
              </a:rPr>
              <a:t>Open the track's "Start Here" challenge first — it tells you exactly what to do, every time.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776F3AF-EEA2-4C11-8B05-069E3C1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030C0F8-F741-4B92-9640-09677906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561689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730F52-0500-47D5-9359-BDFDF189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IF YOU'RE STUCK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EDCCDD-7669-4143-93F9-5C00101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Hints are there when you need them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5DDCA3-5701-4F9B-8AB5-F0F9FDE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Many challenges offer up to three tiers. Use what helps you learn; any point cost is shown before you unlock it.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A49A148-E3E2-438D-87A0-D525788F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88136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BB5630-873F-4322-8243-C3F8365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23160"/>
            <a:ext cx="1463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TIER 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ECBD1B5-9FD0-4ADC-9088-9F7732EB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606040"/>
            <a:ext cx="0" cy="777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8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316D43-F8EE-454C-8251-E440F80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560320"/>
            <a:ext cx="2926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A nudge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990856-148E-4BB9-825E-5BFBC25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5212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A single pointer — a command name, a reading link. Just enough to jog you.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52DF7E6-2288-4EBF-A13A-C5F7D5F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B274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B928D3-29C8-4DF4-B1DC-E05B8B2D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49040"/>
            <a:ext cx="1463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5B8DEF"/>
                </a:solidFill>
                <a:latin typeface="Cambria"/>
                <a:ea typeface="Cambria"/>
                <a:cs typeface="Cambria"/>
              </a:rPr>
              <a:t>TIER 2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FB9559-B6E4-4D89-9A45-F0F927D5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931920"/>
            <a:ext cx="0" cy="777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8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235280-A8DE-48CF-BCE8-898C886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86200"/>
            <a:ext cx="2926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A real explanation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1761BC-96D8-4810-88AA-9C57CA57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212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The concept spelled out — you still work out the exact command yourself.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2201A49-CA6A-4452-B614-3ABDECF2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88136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C231228-A0F1-45DF-B1FC-D87D575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463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TIER 3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FADA90A-15CC-4746-BEA9-90495ABB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257800"/>
            <a:ext cx="0" cy="777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8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036F249-2BA5-457B-A1B8-FC42CF4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212080"/>
            <a:ext cx="2926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A full walkthrough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F2606A-3482-48C0-AE5C-CAE9AA2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74920"/>
            <a:ext cx="5212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Every step, start to finish, if you want it.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A8BA374-0A1F-4699-B0F4-2A8750B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4EE739-63E4-4832-B6CB-5FE040C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8043264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757CAD-DF39-4601-9B58-50C4E0A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WHAT YOU'RE PLAYING FOR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F457BF-920B-4FC8-91AA-32C02726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Scoring by game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E9803A5-9259-4038-9F6B-1F3D630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6126480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68F6C8-3EAD-4051-BCC4-D2CBE4B9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85fb716bf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218" y="2106778"/>
            <a:ext cx="404165" cy="40416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225BEEE-76CE-4B2C-AB8C-7472D1E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057400"/>
            <a:ext cx="4754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Each game starts at 00:00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6AEE6C3-D469-4B61-9C01-35E252D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5394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Bandit, Krypton, and Natas each have their own clock and standings from the staff-controlled start.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FDDD047-3162-4E2E-ADB2-D0519D2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11880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B8C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2F221B-7B9E-4A54-8A9C-EB4A43A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0480"/>
            <a:ext cx="5394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Ties: points, then last scoring solve elapsed time, then name.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D40F210-115F-4F18-894E-A941D95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262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6024EF-7F07-4515-8E95-8A5E9DE8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team_axiom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17B820C-B859-4BD9-A3B6-44987A93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137160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74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18F045D-B9DF-48B1-B238-7BE5FB6A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5B8DE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B5EB0-8E3D-47E9-B5FC-F71C1E58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983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0xdeadbeef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1B0106B-7BA8-4FE6-9564-549A177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137160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74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F41F7A3-33CA-411F-94DD-FF73A1F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40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93A5C7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4FAFEC0-DBA5-499C-AD7E-E85AA3B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packetstorm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081AC12-0B6F-4FEA-AF30-03CE0EF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86400"/>
            <a:ext cx="137160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740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49EE2E-200D-4AF6-9B8D-2D965E6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1640"/>
            <a:ext cx="4434840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1B274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E0994F6-6F34-4489-B36E-3E9CE00D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4434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0" b="1">
                <a:solidFill>
                  <a:srgbClr val="35D399"/>
                </a:solidFill>
                <a:latin typeface="Cambria"/>
                <a:ea typeface="Cambria"/>
                <a:cs typeface="Cambria"/>
              </a:rPr>
              <a:t>RESULTS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FF4625-E9C0-448A-A208-AB758FDF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1880"/>
            <a:ext cx="4434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PER GAME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4767187-FA61-43E8-8770-5EA2D33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43400"/>
            <a:ext cx="3703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Awards follow the rules announced before play.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9229D3D-F002-4564-A25E-BDFB183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B96864D-1C90-489D-99BC-2C7B035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3160352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41D881-6ADA-4A00-A3D9-15649457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022D6-ECE3-4678-9D85-7E5C36C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If something breaks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A58B1B-6DF3-499E-B0BB-D14F3E1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088136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6D30D4-4E74-4D8D-851F-F616A70D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b50ea10cc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218" y="2289658"/>
            <a:ext cx="404165" cy="40416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D49E793-7AEF-4D38-8F30-E4517B1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075688"/>
            <a:ext cx="3931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It's just hard, not broken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E92636C-05B9-4F13-8895-EADF997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4520"/>
            <a:ext cx="5212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Try the next hint tier before assuming it's a bug.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BC6E127-40DB-47E1-AA16-F681147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19272"/>
            <a:ext cx="1088136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1F0721A-CD83-480A-A3FA-A81A7A10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931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54e6e2d8340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218" y="3734410"/>
            <a:ext cx="404165" cy="404165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685FD0-718D-428E-9BEC-0F8D2D72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520440"/>
            <a:ext cx="3931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Environment actually stuck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D7F6D60-53E2-406C-BD12-A8B9D6E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9272"/>
            <a:ext cx="5212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Use Reboot Host on that challenge's launch panel.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68A2414-10D0-4BDE-934C-07DFC09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64024"/>
            <a:ext cx="1088136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F3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76724C1-D949-4361-BAAE-BEDFE879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84064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6a92d43344b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218" y="5179162"/>
            <a:ext cx="404165" cy="404165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44315FF-AEA1-4210-9B80-FA08ED0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965192"/>
            <a:ext cx="3931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Still stuck, or looks like a real bug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52E9C5C9-FFEC-4F39-921C-4F67454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4024"/>
            <a:ext cx="5212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3A5C7"/>
                </a:solidFill>
                <a:latin typeface="Calibri"/>
                <a:ea typeface="Calibri"/>
                <a:cs typeface="Calibri"/>
              </a:rPr>
              <a:t>Flag down an instructor — that's what we're here for.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0E47BA05-2600-4CFD-A93B-37872F21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BB9559E-73D9-48C0-AA69-8302159C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4687620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19E6CF-EBFC-45BE-843E-85B4F46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-164592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F3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411CA8-5CEE-407A-861D-3FA9015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20624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F30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7F5BE53-DF38-443B-8F14-5F6991C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296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46e4f80af46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524" y="946404"/>
            <a:ext cx="576072" cy="57607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1082B4-756F-487D-AAE3-60375C7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9144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4F6FB"/>
                </a:solidFill>
                <a:latin typeface="Cambria"/>
                <a:ea typeface="Cambria"/>
                <a:cs typeface="Cambria"/>
              </a:rPr>
              <a:t>Let's go.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0DB4CA4-D2FA-4BA2-9E98-B6B20804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ECF54D4-FE20-4091-90F7-B0A17DE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3697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7BD3A1E-026D-4F3D-8318-577C4FF3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Log in to CTFd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F849B73-931B-4E5E-9F75-017582B5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130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BF130AA-960B-4802-A223-839FB94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0390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E29A57-9287-4A66-9F8D-849783E3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160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Wait for the announced game start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0FF7FCC-69E8-4614-9D3E-1E9A5322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7997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7D99050-9BAD-4097-AF14-806F2C0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7083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5A4F3B3-C624-44DE-8AD1-82073E58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8536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Open its "Start Here" challenge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894DA2B-A13E-4E1E-907A-F0A0B19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469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2250C78-058A-4C71-AFAD-260DF7AB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7EA6AE4-D271-44C3-9395-ACD1332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5464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Follow that game's scoreboard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E1FFA7E-7952-49BF-9D53-4230CBB9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35D399"/>
                </a:solidFill>
                <a:latin typeface="Calibri"/>
                <a:ea typeface="Calibri"/>
                <a:cs typeface="Calibri"/>
              </a:rPr>
              <a:t>Good luck.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FBBB77E-56A6-4BC8-9E84-8729305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F38671-A6D7-4C09-9F03-D1288E6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CEI LABS CTF</a:t>
            </a:r>
          </a:p>
        </p:txBody>
      </p:sp>
    </p:spTree>
    <p:extLst>
      <p:ext uri="{BB962C8B-B14F-4D97-AF65-F5344CB8AC3E}">
        <p14:creationId xmlns:p14="http://schemas.microsoft.com/office/powerpoint/2010/main" val="15817659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2026-07-14T22:37:06.6790000Z</dcterms:created>
  <dcterms:modified xsi:type="dcterms:W3CDTF">2026-07-14T22:37:06.6790000Z</dcterms:modified>
</coreProperties>
</file>