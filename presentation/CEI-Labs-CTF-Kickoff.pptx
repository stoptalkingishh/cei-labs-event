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463040"/>
            <a:ext cx="4572000" cy="4572000"/>
          </a:xfrm>
          <a:prstGeom prst="ellipse">
            <a:avLst/>
          </a:prstGeom>
          <a:solidFill>
            <a:srgbClr val="141F30"/>
          </a:solidFill>
          <a:ln/>
        </p:spPr>
      </p:sp>
      <p:sp>
        <p:nvSpPr>
          <p:cNvPr id="3" name="Shape 1"/>
          <p:cNvSpPr/>
          <p:nvPr/>
        </p:nvSpPr>
        <p:spPr>
          <a:xfrm>
            <a:off x="-1645920" y="4754880"/>
            <a:ext cx="3840480" cy="3840480"/>
          </a:xfrm>
          <a:prstGeom prst="ellipse">
            <a:avLst/>
          </a:prstGeom>
          <a:solidFill>
            <a:srgbClr val="141F30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822960"/>
            <a:ext cx="822960" cy="822960"/>
          </a:xfrm>
          <a:prstGeom prst="ellipse">
            <a:avLst/>
          </a:prstGeom>
          <a:solidFill>
            <a:srgbClr val="35D399"/>
          </a:solidFill>
          <a:ln/>
        </p:spPr>
      </p:sp>
      <p:pic>
        <p:nvPicPr>
          <p:cNvPr id="5" name="Image 0" descr="C:\Users\Ismael\AppData\Local\Temp\claude\C--Users-Ismael\86eb0e8f-c7de-4928-bb83-c7d5ca2b48ff\scratchpad\ctf-deck\icons\termin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3524" y="946404"/>
            <a:ext cx="576072" cy="57607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94360" y="2606040"/>
            <a:ext cx="100584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4F6F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CEI LABS CTF</a:t>
            </a:r>
            <a:endParaRPr lang="en-US" sz="5400" dirty="0"/>
          </a:p>
        </p:txBody>
      </p:sp>
      <p:sp>
        <p:nvSpPr>
          <p:cNvPr id="7" name="Text 4"/>
          <p:cNvSpPr/>
          <p:nvPr/>
        </p:nvSpPr>
        <p:spPr>
          <a:xfrm>
            <a:off x="640080" y="36118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35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Day-of Kickoff Brief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40080" y="4160520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3A5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today is, how it runs, and how you win — before you log in.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640080" y="64739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spc="1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CEI LABS CTF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35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WELCOME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4F6F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live Capture-the-Flag event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50876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93A5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Hands-on security challenges, solved for points — built on well-known, established wargame tracks. Not one-off puzzles, real learning paths.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514600"/>
            <a:ext cx="3383280" cy="3200400"/>
          </a:xfrm>
          <a:prstGeom prst="roundRect">
            <a:avLst>
              <a:gd name="adj" fmla="val 3429"/>
            </a:avLst>
          </a:prstGeom>
          <a:solidFill>
            <a:srgbClr val="141F30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60120" y="2880360"/>
            <a:ext cx="685800" cy="685800"/>
          </a:xfrm>
          <a:prstGeom prst="ellipse">
            <a:avLst/>
          </a:prstGeom>
          <a:solidFill>
            <a:srgbClr val="35D399"/>
          </a:solidFill>
          <a:ln/>
        </p:spPr>
      </p:sp>
      <p:pic>
        <p:nvPicPr>
          <p:cNvPr id="7" name="Image 0" descr="C:\Users\Ismael\AppData\Local\Temp\claude\C--Users-Ismael\86eb0e8f-c7de-4928-bb83-c7d5ca2b48ff\scratchpad\ctf-deck\icons\termin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9848" y="2990088"/>
            <a:ext cx="466344" cy="466344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60120" y="384048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4F6F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Bandit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960120" y="434340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3A5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Linux basics — the command line, from the ground up.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343400" y="2514600"/>
            <a:ext cx="3383280" cy="3200400"/>
          </a:xfrm>
          <a:prstGeom prst="roundRect">
            <a:avLst>
              <a:gd name="adj" fmla="val 3429"/>
            </a:avLst>
          </a:prstGeom>
          <a:solidFill>
            <a:srgbClr val="141F30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663440" y="2880360"/>
            <a:ext cx="685800" cy="685800"/>
          </a:xfrm>
          <a:prstGeom prst="ellipse">
            <a:avLst/>
          </a:prstGeom>
          <a:solidFill>
            <a:srgbClr val="5B8DEF"/>
          </a:solidFill>
          <a:ln/>
        </p:spPr>
      </p:sp>
      <p:pic>
        <p:nvPicPr>
          <p:cNvPr id="12" name="Image 1" descr="C:\Users\Ismael\AppData\Local\Temp\claude\C--Users-Ismael\86eb0e8f-c7de-4928-bb83-c7d5ca2b48ff\scratchpad\ctf-deck\icons\lo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3168" y="2990088"/>
            <a:ext cx="466344" cy="466344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663440" y="384048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4F6F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Krypton</a:t>
            </a:r>
            <a:endParaRPr lang="en-US" sz="2200" dirty="0"/>
          </a:p>
        </p:txBody>
      </p:sp>
      <p:sp>
        <p:nvSpPr>
          <p:cNvPr id="14" name="Text 10"/>
          <p:cNvSpPr/>
          <p:nvPr/>
        </p:nvSpPr>
        <p:spPr>
          <a:xfrm>
            <a:off x="4663440" y="434340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3A5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Cryptography — breaking and building ciphers.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046720" y="2514600"/>
            <a:ext cx="3383280" cy="3200400"/>
          </a:xfrm>
          <a:prstGeom prst="roundRect">
            <a:avLst>
              <a:gd name="adj" fmla="val 3429"/>
            </a:avLst>
          </a:prstGeom>
          <a:solidFill>
            <a:srgbClr val="141F30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366760" y="2880360"/>
            <a:ext cx="685800" cy="685800"/>
          </a:xfrm>
          <a:prstGeom prst="ellipse">
            <a:avLst/>
          </a:prstGeom>
          <a:solidFill>
            <a:srgbClr val="35D399"/>
          </a:solidFill>
          <a:ln/>
        </p:spPr>
      </p:sp>
      <p:pic>
        <p:nvPicPr>
          <p:cNvPr id="17" name="Image 2" descr="C:\Users\Ismael\AppData\Local\Temp\claude\C--Users-Ismael\86eb0e8f-c7de-4928-bb83-c7d5ca2b48ff\scratchpad\ctf-deck\icons\deskto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6488" y="2990088"/>
            <a:ext cx="466344" cy="466344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366760" y="384048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4F6F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Natas</a:t>
            </a:r>
            <a:endParaRPr lang="en-US" sz="2200" dirty="0"/>
          </a:p>
        </p:txBody>
      </p:sp>
      <p:sp>
        <p:nvSpPr>
          <p:cNvPr id="19" name="Text 14"/>
          <p:cNvSpPr/>
          <p:nvPr/>
        </p:nvSpPr>
        <p:spPr>
          <a:xfrm>
            <a:off x="8366760" y="434340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3A5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security — attacking real (safe) web targets.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943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35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any track, any order.</a:t>
            </a:r>
            <a:endParaRPr lang="en-US" sz="1300" dirty="0"/>
          </a:p>
        </p:txBody>
      </p:sp>
      <p:sp>
        <p:nvSpPr>
          <p:cNvPr id="21" name="Text 16"/>
          <p:cNvSpPr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640080" y="64739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spc="1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CEI LABS CTF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35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PLATFORM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4F6F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Everything runs through CTFd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6309360" cy="4480560"/>
          </a:xfrm>
          <a:prstGeom prst="roundRect">
            <a:avLst>
              <a:gd name="adj" fmla="val 2449"/>
            </a:avLst>
          </a:prstGeom>
          <a:solidFill>
            <a:srgbClr val="141F30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1920240"/>
            <a:ext cx="502920" cy="502920"/>
          </a:xfrm>
          <a:prstGeom prst="ellipse">
            <a:avLst/>
          </a:prstGeom>
          <a:solidFill>
            <a:srgbClr val="35D399"/>
          </a:solidFill>
          <a:ln/>
        </p:spPr>
      </p:sp>
      <p:pic>
        <p:nvPicPr>
          <p:cNvPr id="6" name="Image 0" descr="C:\Users\Ismael\AppData\Local\Temp\claude\C--Users-Ismael\86eb0e8f-c7de-4928-bb83-c7d5ca2b48ff\scratchpad\ctf-deck\icons\deskt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5616" y="2005736"/>
            <a:ext cx="331927" cy="33192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91640" y="1892808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in once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1691640" y="2221992"/>
            <a:ext cx="4937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3A5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account, one browser tab — that's your whole event.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960120" y="2862072"/>
            <a:ext cx="502920" cy="502920"/>
          </a:xfrm>
          <a:prstGeom prst="ellipse">
            <a:avLst/>
          </a:prstGeom>
          <a:solidFill>
            <a:srgbClr val="35D399"/>
          </a:solidFill>
          <a:ln/>
        </p:spPr>
      </p:sp>
      <p:pic>
        <p:nvPicPr>
          <p:cNvPr id="10" name="Image 1" descr="C:\Users\Ismael\AppData\Local\Temp\claude\C--Users-Ismael\86eb0e8f-c7de-4928-bb83-c7d5ca2b48ff\scratchpad\ctf-deck\icons\fla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5616" y="2947568"/>
            <a:ext cx="331927" cy="331927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691640" y="2834640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 challenges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1691640" y="3163824"/>
            <a:ext cx="4937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3A5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track, every level, laid out with its own description.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960120" y="3803904"/>
            <a:ext cx="502920" cy="502920"/>
          </a:xfrm>
          <a:prstGeom prst="ellipse">
            <a:avLst/>
          </a:prstGeom>
          <a:solidFill>
            <a:srgbClr val="35D399"/>
          </a:solidFill>
          <a:ln/>
        </p:spPr>
      </p:sp>
      <p:pic>
        <p:nvPicPr>
          <p:cNvPr id="14" name="Image 2" descr="C:\Users\Ismael\AppData\Local\Temp\claude\C--Users-Ismael\86eb0e8f-c7de-4928-bb83-c7d5ca2b48ff\scratchpad\ctf-deck\icons\termina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5616" y="3889400"/>
            <a:ext cx="331927" cy="331927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691640" y="3776472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 your environment</a:t>
            </a:r>
            <a:endParaRPr lang="en-US" sz="1500" dirty="0"/>
          </a:p>
        </p:txBody>
      </p:sp>
      <p:sp>
        <p:nvSpPr>
          <p:cNvPr id="16" name="Text 11"/>
          <p:cNvSpPr/>
          <p:nvPr/>
        </p:nvSpPr>
        <p:spPr>
          <a:xfrm>
            <a:off x="1691640" y="4105656"/>
            <a:ext cx="4937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3A5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Launch — get your own private target back in seconds.</a:t>
            </a:r>
            <a:endParaRPr lang="en-US" sz="1200" dirty="0"/>
          </a:p>
        </p:txBody>
      </p:sp>
      <p:sp>
        <p:nvSpPr>
          <p:cNvPr id="17" name="Shape 12"/>
          <p:cNvSpPr/>
          <p:nvPr/>
        </p:nvSpPr>
        <p:spPr>
          <a:xfrm>
            <a:off x="960120" y="4745736"/>
            <a:ext cx="502920" cy="502920"/>
          </a:xfrm>
          <a:prstGeom prst="ellipse">
            <a:avLst/>
          </a:prstGeom>
          <a:solidFill>
            <a:srgbClr val="35D399"/>
          </a:solidFill>
          <a:ln/>
        </p:spPr>
      </p:sp>
      <p:pic>
        <p:nvPicPr>
          <p:cNvPr id="18" name="Image 3" descr="C:\Users\Ismael\AppData\Local\Temp\claude\C--Users-Ismael\86eb0e8f-c7de-4928-bb83-c7d5ca2b48ff\scratchpad\ctf-deck\icons\trophy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5616" y="4831232"/>
            <a:ext cx="331927" cy="331927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691640" y="4718304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 &amp; climb the board</a:t>
            </a:r>
            <a:endParaRPr lang="en-US" sz="1500" dirty="0"/>
          </a:p>
        </p:txBody>
      </p:sp>
      <p:sp>
        <p:nvSpPr>
          <p:cNvPr id="20" name="Text 14"/>
          <p:cNvSpPr/>
          <p:nvPr/>
        </p:nvSpPr>
        <p:spPr>
          <a:xfrm>
            <a:off x="1691640" y="5047488"/>
            <a:ext cx="4937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3A5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Flags go in, points go up, the live leaderboard updates.</a:t>
            </a:r>
            <a:endParaRPr lang="en-US" sz="1200" dirty="0"/>
          </a:p>
        </p:txBody>
      </p:sp>
      <p:sp>
        <p:nvSpPr>
          <p:cNvPr id="21" name="Shape 15"/>
          <p:cNvSpPr/>
          <p:nvPr/>
        </p:nvSpPr>
        <p:spPr>
          <a:xfrm>
            <a:off x="7223760" y="1600200"/>
            <a:ext cx="4297680" cy="4480560"/>
          </a:xfrm>
          <a:prstGeom prst="roundRect">
            <a:avLst>
              <a:gd name="adj" fmla="val 2553"/>
            </a:avLst>
          </a:prstGeom>
          <a:solidFill>
            <a:srgbClr val="1B2740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2" name="Text 16"/>
          <p:cNvSpPr/>
          <p:nvPr/>
        </p:nvSpPr>
        <p:spPr>
          <a:xfrm>
            <a:off x="7543800" y="192024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5D3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CTFd</a:t>
            </a:r>
            <a:endParaRPr lang="en-US" sz="2600" dirty="0"/>
          </a:p>
        </p:txBody>
      </p:sp>
      <p:sp>
        <p:nvSpPr>
          <p:cNvPr id="23" name="Text 17"/>
          <p:cNvSpPr/>
          <p:nvPr/>
        </p:nvSpPr>
        <p:spPr>
          <a:xfrm>
            <a:off x="7543800" y="2514600"/>
            <a:ext cx="36576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3A5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scoreboard-and-challenge platform for the whole event. If you're not sure what to do next, it's on this screen.</a:t>
            </a:r>
            <a:endParaRPr lang="en-US" sz="1300" dirty="0"/>
          </a:p>
        </p:txBody>
      </p:sp>
      <p:sp>
        <p:nvSpPr>
          <p:cNvPr id="24" name="Shape 18"/>
          <p:cNvSpPr/>
          <p:nvPr/>
        </p:nvSpPr>
        <p:spPr>
          <a:xfrm>
            <a:off x="7543800" y="3931920"/>
            <a:ext cx="3383280" cy="0"/>
          </a:xfrm>
          <a:prstGeom prst="line">
            <a:avLst/>
          </a:prstGeom>
          <a:noFill/>
          <a:ln w="9525">
            <a:solidFill>
              <a:srgbClr val="5B6B8C"/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7543800" y="4160520"/>
            <a:ext cx="36576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800" b="1" dirty="0">
                <a:solidFill>
                  <a:srgbClr val="F4F6F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login.</a:t>
            </a:r>
            <a:endParaRPr lang="en-US" sz="18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800" b="1" dirty="0">
                <a:solidFill>
                  <a:srgbClr val="F4F6F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tab.</a:t>
            </a:r>
            <a:endParaRPr lang="en-US" sz="18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800" b="1" dirty="0">
                <a:solidFill>
                  <a:srgbClr val="F4F6F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scoreboard.</a:t>
            </a:r>
            <a:endParaRPr lang="en-US" sz="1800" dirty="0"/>
          </a:p>
        </p:txBody>
      </p:sp>
      <p:sp>
        <p:nvSpPr>
          <p:cNvPr id="26" name="Text 20"/>
          <p:cNvSpPr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  <p:sp>
        <p:nvSpPr>
          <p:cNvPr id="27" name="Text 21"/>
          <p:cNvSpPr/>
          <p:nvPr/>
        </p:nvSpPr>
        <p:spPr>
          <a:xfrm>
            <a:off x="640080" y="64739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spc="1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CEI LABS CTF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35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4F6F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own private lab, every time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50876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3A5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participant gets an isolated environment per challenge. Nothing you do touches anyone else — and nothing anyone else does touches you.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51760"/>
            <a:ext cx="3383280" cy="2926080"/>
          </a:xfrm>
          <a:prstGeom prst="roundRect">
            <a:avLst>
              <a:gd name="adj" fmla="val 3750"/>
            </a:avLst>
          </a:prstGeom>
          <a:solidFill>
            <a:srgbClr val="141F30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914400" y="2880360"/>
            <a:ext cx="1097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35D3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4600" dirty="0"/>
          </a:p>
        </p:txBody>
      </p:sp>
      <p:sp>
        <p:nvSpPr>
          <p:cNvPr id="7" name="Text 5"/>
          <p:cNvSpPr/>
          <p:nvPr/>
        </p:nvSpPr>
        <p:spPr>
          <a:xfrm>
            <a:off x="914400" y="3886200"/>
            <a:ext cx="2834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4F6F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Click Launch Environment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14400" y="4526280"/>
            <a:ext cx="2834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5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 on the challenge, inside CTFd.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4041648" y="3840480"/>
            <a:ext cx="29260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4343400" y="2651760"/>
            <a:ext cx="3383280" cy="2926080"/>
          </a:xfrm>
          <a:prstGeom prst="roundRect">
            <a:avLst>
              <a:gd name="adj" fmla="val 3750"/>
            </a:avLst>
          </a:prstGeom>
          <a:solidFill>
            <a:srgbClr val="141F30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617720" y="2880360"/>
            <a:ext cx="1097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35D3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4600" dirty="0"/>
          </a:p>
        </p:txBody>
      </p:sp>
      <p:sp>
        <p:nvSpPr>
          <p:cNvPr id="12" name="Text 10"/>
          <p:cNvSpPr/>
          <p:nvPr/>
        </p:nvSpPr>
        <p:spPr>
          <a:xfrm>
            <a:off x="4617720" y="3886200"/>
            <a:ext cx="2834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4F6F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Wait a few seconds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617720" y="4526280"/>
            <a:ext cx="2834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5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own instance spins up, just for you.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7744968" y="3840480"/>
            <a:ext cx="29260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8046720" y="2651760"/>
            <a:ext cx="3383280" cy="2926080"/>
          </a:xfrm>
          <a:prstGeom prst="roundRect">
            <a:avLst>
              <a:gd name="adj" fmla="val 3750"/>
            </a:avLst>
          </a:prstGeom>
          <a:solidFill>
            <a:srgbClr val="1B2740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321040" y="2880360"/>
            <a:ext cx="1097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35D3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4600" dirty="0"/>
          </a:p>
        </p:txBody>
      </p:sp>
      <p:sp>
        <p:nvSpPr>
          <p:cNvPr id="17" name="Text 15"/>
          <p:cNvSpPr/>
          <p:nvPr/>
        </p:nvSpPr>
        <p:spPr>
          <a:xfrm>
            <a:off x="8321040" y="3886200"/>
            <a:ext cx="2834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4F6F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Get your connection info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321040" y="4526280"/>
            <a:ext cx="2834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5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Host, port — everything you need to connect.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40080" y="64739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spc="1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CEI LABS CTF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35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IN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4F6F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Connecting to a challenge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5074920" cy="3657600"/>
          </a:xfrm>
          <a:prstGeom prst="roundRect">
            <a:avLst>
              <a:gd name="adj" fmla="val 3000"/>
            </a:avLst>
          </a:prstGeom>
          <a:solidFill>
            <a:srgbClr val="141F30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2011680"/>
            <a:ext cx="640080" cy="640080"/>
          </a:xfrm>
          <a:prstGeom prst="ellipse">
            <a:avLst/>
          </a:prstGeom>
          <a:solidFill>
            <a:srgbClr val="35D399"/>
          </a:solidFill>
          <a:ln/>
        </p:spPr>
      </p:sp>
      <p:pic>
        <p:nvPicPr>
          <p:cNvPr id="6" name="Image 0" descr="C:\Users\Ismael\AppData\Local\Temp\claude\C--Users-Ismael\86eb0e8f-c7de-4928-bb83-c7d5ca2b48ff\scratchpad\ctf-deck\icons\termin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3" y="2114093"/>
            <a:ext cx="435254" cy="43525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783080" y="2075688"/>
            <a:ext cx="3794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4F6F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Bandit &amp; Krypton</a:t>
            </a:r>
            <a:endParaRPr lang="en-US" sz="1900" dirty="0"/>
          </a:p>
        </p:txBody>
      </p:sp>
      <p:sp>
        <p:nvSpPr>
          <p:cNvPr id="8" name="Text 5"/>
          <p:cNvSpPr/>
          <p:nvPr/>
        </p:nvSpPr>
        <p:spPr>
          <a:xfrm>
            <a:off x="960120" y="2880360"/>
            <a:ext cx="4434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93A5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You'll connect with SSH — the standard way to remotely log into a Linux machine from a terminal.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960120" y="3840480"/>
            <a:ext cx="4434840" cy="1234440"/>
          </a:xfrm>
          <a:prstGeom prst="roundRect">
            <a:avLst>
              <a:gd name="adj" fmla="val 7407"/>
            </a:avLst>
          </a:prstGeom>
          <a:solidFill>
            <a:srgbClr val="1B2740"/>
          </a:solidFill>
          <a:ln/>
        </p:spPr>
      </p:sp>
      <p:sp>
        <p:nvSpPr>
          <p:cNvPr id="10" name="Text 7"/>
          <p:cNvSpPr/>
          <p:nvPr/>
        </p:nvSpPr>
        <p:spPr>
          <a:xfrm>
            <a:off x="1188720" y="4023360"/>
            <a:ext cx="39776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35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We're not covering SSH itself here — Bandit's first challenge, "Start Here," walks you through exactly how, one step at a time.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6080760" y="1691640"/>
            <a:ext cx="5074920" cy="3657600"/>
          </a:xfrm>
          <a:prstGeom prst="roundRect">
            <a:avLst>
              <a:gd name="adj" fmla="val 3000"/>
            </a:avLst>
          </a:prstGeom>
          <a:solidFill>
            <a:srgbClr val="1B2740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00800" y="2011680"/>
            <a:ext cx="640080" cy="640080"/>
          </a:xfrm>
          <a:prstGeom prst="ellipse">
            <a:avLst/>
          </a:prstGeom>
          <a:solidFill>
            <a:srgbClr val="5B8DEF"/>
          </a:solidFill>
          <a:ln/>
        </p:spPr>
      </p:sp>
      <p:pic>
        <p:nvPicPr>
          <p:cNvPr id="13" name="Image 1" descr="C:\Users\Ismael\AppData\Local\Temp\claude\C--Users-Ismael\86eb0e8f-c7de-4928-bb83-c7d5ca2b48ff\scratchpad\ctf-deck\icons\deskto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3213" y="2114093"/>
            <a:ext cx="435254" cy="435254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23760" y="2075688"/>
            <a:ext cx="3794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4F6F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Natas</a:t>
            </a:r>
            <a:endParaRPr lang="en-US" sz="1900" dirty="0"/>
          </a:p>
        </p:txBody>
      </p:sp>
      <p:sp>
        <p:nvSpPr>
          <p:cNvPr id="15" name="Text 11"/>
          <p:cNvSpPr/>
          <p:nvPr/>
        </p:nvSpPr>
        <p:spPr>
          <a:xfrm>
            <a:off x="6400800" y="2880360"/>
            <a:ext cx="4434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93A5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SSH needed. One click gives you a full desktop right in your browser (noVNC) — nothing to install.</a:t>
            </a:r>
            <a:endParaRPr lang="en-US" sz="1350" dirty="0"/>
          </a:p>
        </p:txBody>
      </p:sp>
      <p:sp>
        <p:nvSpPr>
          <p:cNvPr id="16" name="Shape 12"/>
          <p:cNvSpPr/>
          <p:nvPr/>
        </p:nvSpPr>
        <p:spPr>
          <a:xfrm>
            <a:off x="6400800" y="3840480"/>
            <a:ext cx="4434840" cy="1234440"/>
          </a:xfrm>
          <a:prstGeom prst="roundRect">
            <a:avLst>
              <a:gd name="adj" fmla="val 7407"/>
            </a:avLst>
          </a:prstGeom>
          <a:solidFill>
            <a:srgbClr val="141F30"/>
          </a:solidFill>
          <a:ln/>
        </p:spPr>
      </p:sp>
      <p:sp>
        <p:nvSpPr>
          <p:cNvPr id="17" name="Text 13"/>
          <p:cNvSpPr/>
          <p:nvPr/>
        </p:nvSpPr>
        <p:spPr>
          <a:xfrm>
            <a:off x="6629400" y="4023360"/>
            <a:ext cx="39776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5B8D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track's "Start Here" challenge first — it tells you exactly what to do, every time.</a:t>
            </a:r>
            <a:endParaRPr lang="en-US" sz="1250" dirty="0"/>
          </a:p>
        </p:txBody>
      </p:sp>
      <p:sp>
        <p:nvSpPr>
          <p:cNvPr id="18" name="Text 14"/>
          <p:cNvSpPr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  <p:sp>
        <p:nvSpPr>
          <p:cNvPr id="19" name="Text 15"/>
          <p:cNvSpPr/>
          <p:nvPr/>
        </p:nvSpPr>
        <p:spPr>
          <a:xfrm>
            <a:off x="640080" y="64739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spc="1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CEI LABS CTF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35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YOU'RE STUCK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4F6F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tiers of hints, always available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508760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3A5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challenge has hints built in. They cost a few points — but they never block you or fail the challenge.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423160"/>
            <a:ext cx="10881360" cy="1143000"/>
          </a:xfrm>
          <a:prstGeom prst="roundRect">
            <a:avLst>
              <a:gd name="adj" fmla="val 9600"/>
            </a:avLst>
          </a:prstGeom>
          <a:solidFill>
            <a:srgbClr val="141F30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005840" y="2423160"/>
            <a:ext cx="146304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5D3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TIER 1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2606040" y="2606040"/>
            <a:ext cx="0" cy="777240"/>
          </a:xfrm>
          <a:prstGeom prst="line">
            <a:avLst/>
          </a:prstGeom>
          <a:noFill/>
          <a:ln w="9525">
            <a:solidFill>
              <a:srgbClr val="5B6B8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926080" y="2560320"/>
            <a:ext cx="29260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nudge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035040" y="2423160"/>
            <a:ext cx="52120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3A5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pointer — a command name, a reading link. Just enough to jog you.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40080" y="3749040"/>
            <a:ext cx="10881360" cy="1143000"/>
          </a:xfrm>
          <a:prstGeom prst="roundRect">
            <a:avLst>
              <a:gd name="adj" fmla="val 9600"/>
            </a:avLst>
          </a:prstGeom>
          <a:solidFill>
            <a:srgbClr val="1B2740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1005840" y="3749040"/>
            <a:ext cx="146304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8DE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TIER 2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2606040" y="3931920"/>
            <a:ext cx="0" cy="777240"/>
          </a:xfrm>
          <a:prstGeom prst="line">
            <a:avLst/>
          </a:prstGeom>
          <a:noFill/>
          <a:ln w="9525">
            <a:solidFill>
              <a:srgbClr val="5B6B8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926080" y="3886200"/>
            <a:ext cx="29260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explanation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035040" y="3749040"/>
            <a:ext cx="52120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3A5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concept spelled out — you still work out the exact command yourself.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40080" y="5074920"/>
            <a:ext cx="10881360" cy="1143000"/>
          </a:xfrm>
          <a:prstGeom prst="roundRect">
            <a:avLst>
              <a:gd name="adj" fmla="val 9600"/>
            </a:avLst>
          </a:prstGeom>
          <a:solidFill>
            <a:srgbClr val="141F30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1005840" y="5074920"/>
            <a:ext cx="146304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5D3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TIER 3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2606040" y="5257800"/>
            <a:ext cx="0" cy="777240"/>
          </a:xfrm>
          <a:prstGeom prst="line">
            <a:avLst/>
          </a:prstGeom>
          <a:noFill/>
          <a:ln w="9525">
            <a:solidFill>
              <a:srgbClr val="5B6B8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26080" y="5212080"/>
            <a:ext cx="29260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full walkthrough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035040" y="5074920"/>
            <a:ext cx="52120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3A5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step, start to finish, if you want it.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40080" y="64739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spc="1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CEI LABS CTF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35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YOU'RE PLAYING FOR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4F6F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Scoring &amp; prizes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6126480" cy="4434840"/>
          </a:xfrm>
          <a:prstGeom prst="roundRect">
            <a:avLst>
              <a:gd name="adj" fmla="val 2474"/>
            </a:avLst>
          </a:prstGeom>
          <a:solidFill>
            <a:srgbClr val="141F30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2011680"/>
            <a:ext cx="594360" cy="594360"/>
          </a:xfrm>
          <a:prstGeom prst="ellipse">
            <a:avLst/>
          </a:prstGeom>
          <a:solidFill>
            <a:srgbClr val="35D399"/>
          </a:solidFill>
          <a:ln/>
        </p:spPr>
      </p:sp>
      <p:pic>
        <p:nvPicPr>
          <p:cNvPr id="6" name="Image 0" descr="C:\Users\Ismael\AppData\Local\Temp\claude\C--Users-Ismael\86eb0e8f-c7de-4928-bb83-c7d5ca2b48ff\scratchpad\ctf-deck\icons\troph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5218" y="2106778"/>
            <a:ext cx="404165" cy="40416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737360" y="2057400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4F6F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Points per flag. Live leaderboard.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960120" y="2788920"/>
            <a:ext cx="53949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3A5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 in CTFd — watch your rank move in real time as you and everyone else submits flags.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960120" y="3611880"/>
            <a:ext cx="5394960" cy="0"/>
          </a:xfrm>
          <a:prstGeom prst="line">
            <a:avLst/>
          </a:prstGeom>
          <a:noFill/>
          <a:ln w="9525">
            <a:solidFill>
              <a:srgbClr val="5B6B8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60120" y="3840480"/>
            <a:ext cx="5394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93A5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Ties are broken by earliest correct submission — CTFd's standard rule.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960120" y="452628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5D3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1463040" y="45262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team_axiom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4572000" y="4572000"/>
            <a:ext cx="1371600" cy="274320"/>
          </a:xfrm>
          <a:prstGeom prst="roundRect">
            <a:avLst>
              <a:gd name="adj" fmla="val 16667"/>
            </a:avLst>
          </a:prstGeom>
          <a:solidFill>
            <a:srgbClr val="1B2740"/>
          </a:solidFill>
          <a:ln/>
        </p:spPr>
      </p:sp>
      <p:sp>
        <p:nvSpPr>
          <p:cNvPr id="14" name="Text 11"/>
          <p:cNvSpPr/>
          <p:nvPr/>
        </p:nvSpPr>
        <p:spPr>
          <a:xfrm>
            <a:off x="960120" y="498348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8DE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1463040" y="49834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0xdeadbeef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4572000" y="5029200"/>
            <a:ext cx="1371600" cy="274320"/>
          </a:xfrm>
          <a:prstGeom prst="roundRect">
            <a:avLst>
              <a:gd name="adj" fmla="val 16667"/>
            </a:avLst>
          </a:prstGeom>
          <a:solidFill>
            <a:srgbClr val="1B2740"/>
          </a:solidFill>
          <a:ln/>
        </p:spPr>
      </p:sp>
      <p:sp>
        <p:nvSpPr>
          <p:cNvPr id="17" name="Text 14"/>
          <p:cNvSpPr/>
          <p:nvPr/>
        </p:nvSpPr>
        <p:spPr>
          <a:xfrm>
            <a:off x="960120" y="544068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3A5C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1463040" y="54406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packetstorm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4572000" y="5486400"/>
            <a:ext cx="1371600" cy="274320"/>
          </a:xfrm>
          <a:prstGeom prst="roundRect">
            <a:avLst>
              <a:gd name="adj" fmla="val 16667"/>
            </a:avLst>
          </a:prstGeom>
          <a:solidFill>
            <a:srgbClr val="1B2740"/>
          </a:solidFill>
          <a:ln/>
        </p:spPr>
      </p:sp>
      <p:sp>
        <p:nvSpPr>
          <p:cNvPr id="20" name="Shape 17"/>
          <p:cNvSpPr/>
          <p:nvPr/>
        </p:nvSpPr>
        <p:spPr>
          <a:xfrm>
            <a:off x="7086600" y="1691640"/>
            <a:ext cx="4434840" cy="4434840"/>
          </a:xfrm>
          <a:prstGeom prst="roundRect">
            <a:avLst>
              <a:gd name="adj" fmla="val 2474"/>
            </a:avLst>
          </a:prstGeom>
          <a:solidFill>
            <a:srgbClr val="1B2740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1" name="Text 18"/>
          <p:cNvSpPr/>
          <p:nvPr/>
        </p:nvSpPr>
        <p:spPr>
          <a:xfrm>
            <a:off x="7086600" y="2286000"/>
            <a:ext cx="44348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35D3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3</a:t>
            </a:r>
            <a:endParaRPr lang="en-US" sz="7200" dirty="0"/>
          </a:p>
        </p:txBody>
      </p:sp>
      <p:sp>
        <p:nvSpPr>
          <p:cNvPr id="22" name="Text 19"/>
          <p:cNvSpPr/>
          <p:nvPr/>
        </p:nvSpPr>
        <p:spPr>
          <a:xfrm>
            <a:off x="7086600" y="3611880"/>
            <a:ext cx="4434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spc="200" kern="0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SCORES WIN</a:t>
            </a:r>
            <a:endParaRPr lang="en-US" sz="1800" dirty="0"/>
          </a:p>
        </p:txBody>
      </p:sp>
      <p:sp>
        <p:nvSpPr>
          <p:cNvPr id="23" name="Text 20"/>
          <p:cNvSpPr/>
          <p:nvPr/>
        </p:nvSpPr>
        <p:spPr>
          <a:xfrm>
            <a:off x="7452360" y="4343400"/>
            <a:ext cx="3703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93A5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That's it. Highest score, top 3, prizes.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640080" y="64739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spc="1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CEI LABS CTF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35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TROUBLESHOOTING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4F6F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If something breaks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10881360" cy="1234440"/>
          </a:xfrm>
          <a:prstGeom prst="roundRect">
            <a:avLst>
              <a:gd name="adj" fmla="val 8889"/>
            </a:avLst>
          </a:prstGeom>
          <a:solidFill>
            <a:srgbClr val="141F30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2194560"/>
            <a:ext cx="594360" cy="594360"/>
          </a:xfrm>
          <a:prstGeom prst="ellipse">
            <a:avLst/>
          </a:prstGeom>
          <a:solidFill>
            <a:srgbClr val="35D399"/>
          </a:solidFill>
          <a:ln/>
        </p:spPr>
      </p:sp>
      <p:pic>
        <p:nvPicPr>
          <p:cNvPr id="6" name="Image 0" descr="C:\Users\Ismael\AppData\Local\Temp\claude\C--Users-Ismael\86eb0e8f-c7de-4928-bb83-c7d5ca2b48ff\scratchpad\ctf-deck\icons\bul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5218" y="2289658"/>
            <a:ext cx="404165" cy="40416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74520" y="2075688"/>
            <a:ext cx="3931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It's just hard, not broken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5943600" y="1874520"/>
            <a:ext cx="52120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93A5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the next hint tier before assuming it's a bug.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640080" y="3319272"/>
            <a:ext cx="10881360" cy="1234440"/>
          </a:xfrm>
          <a:prstGeom prst="roundRect">
            <a:avLst>
              <a:gd name="adj" fmla="val 8889"/>
            </a:avLst>
          </a:prstGeom>
          <a:solidFill>
            <a:srgbClr val="141F30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60120" y="3639312"/>
            <a:ext cx="594360" cy="594360"/>
          </a:xfrm>
          <a:prstGeom prst="ellipse">
            <a:avLst/>
          </a:prstGeom>
          <a:solidFill>
            <a:srgbClr val="35D399"/>
          </a:solidFill>
          <a:ln/>
        </p:spPr>
      </p:sp>
      <p:pic>
        <p:nvPicPr>
          <p:cNvPr id="11" name="Image 1" descr="C:\Users\Ismael\AppData\Local\Temp\claude\C--Users-Ismael\86eb0e8f-c7de-4928-bb83-c7d5ca2b48ff\scratchpad\ctf-deck\icons\wrenc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5218" y="3734410"/>
            <a:ext cx="404165" cy="404165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74520" y="3520440"/>
            <a:ext cx="3931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 actually stuck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5943600" y="3319272"/>
            <a:ext cx="52120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93A5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Reboot Host on that challenge's launch panel.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40080" y="4764024"/>
            <a:ext cx="10881360" cy="1234440"/>
          </a:xfrm>
          <a:prstGeom prst="roundRect">
            <a:avLst>
              <a:gd name="adj" fmla="val 8889"/>
            </a:avLst>
          </a:prstGeom>
          <a:solidFill>
            <a:srgbClr val="141F30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60120" y="5084064"/>
            <a:ext cx="594360" cy="594360"/>
          </a:xfrm>
          <a:prstGeom prst="ellipse">
            <a:avLst/>
          </a:prstGeom>
          <a:solidFill>
            <a:srgbClr val="35D399"/>
          </a:solidFill>
          <a:ln/>
        </p:spPr>
      </p:sp>
      <p:pic>
        <p:nvPicPr>
          <p:cNvPr id="16" name="Image 2" descr="C:\Users\Ismael\AppData\Local\Temp\claude\C--Users-Ismael\86eb0e8f-c7de-4928-bb83-c7d5ca2b48ff\scratchpad\ctf-deck\icons\shie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5218" y="5179162"/>
            <a:ext cx="404165" cy="404165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74520" y="4965192"/>
            <a:ext cx="3931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stuck, or looks like a real bug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5943600" y="4764024"/>
            <a:ext cx="52120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93A5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 down an instructor — that's what we're here for.</a:t>
            </a:r>
            <a:endParaRPr lang="en-US" sz="1350" dirty="0"/>
          </a:p>
        </p:txBody>
      </p:sp>
      <p:sp>
        <p:nvSpPr>
          <p:cNvPr id="19" name="Text 14"/>
          <p:cNvSpPr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640080" y="64739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spc="1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CEI LABS CTF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-1645920"/>
            <a:ext cx="4572000" cy="4572000"/>
          </a:xfrm>
          <a:prstGeom prst="ellipse">
            <a:avLst/>
          </a:prstGeom>
          <a:solidFill>
            <a:srgbClr val="141F30"/>
          </a:solidFill>
          <a:ln/>
        </p:spPr>
      </p:sp>
      <p:sp>
        <p:nvSpPr>
          <p:cNvPr id="3" name="Shape 1"/>
          <p:cNvSpPr/>
          <p:nvPr/>
        </p:nvSpPr>
        <p:spPr>
          <a:xfrm>
            <a:off x="9875520" y="4206240"/>
            <a:ext cx="4114800" cy="4114800"/>
          </a:xfrm>
          <a:prstGeom prst="ellipse">
            <a:avLst/>
          </a:prstGeom>
          <a:solidFill>
            <a:srgbClr val="141F30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822960"/>
            <a:ext cx="822960" cy="822960"/>
          </a:xfrm>
          <a:prstGeom prst="ellipse">
            <a:avLst/>
          </a:prstGeom>
          <a:solidFill>
            <a:srgbClr val="35D399"/>
          </a:solidFill>
          <a:ln/>
        </p:spPr>
      </p:sp>
      <p:pic>
        <p:nvPicPr>
          <p:cNvPr id="5" name="Image 0" descr="C:\Users\Ismael\AppData\Local\Temp\claude\C--Users-Ismael\86eb0e8f-c7de-4928-bb83-c7d5ca2b48ff\scratchpad\ctf-deck\icons\fla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3524" y="946404"/>
            <a:ext cx="576072" cy="57607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94360" y="1965960"/>
            <a:ext cx="91440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4F6F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Let's go.</a:t>
            </a:r>
            <a:endParaRPr lang="en-US" sz="4800" dirty="0"/>
          </a:p>
        </p:txBody>
      </p:sp>
      <p:sp>
        <p:nvSpPr>
          <p:cNvPr id="7" name="Shape 4"/>
          <p:cNvSpPr/>
          <p:nvPr/>
        </p:nvSpPr>
        <p:spPr>
          <a:xfrm>
            <a:off x="640080" y="3246120"/>
            <a:ext cx="310896" cy="310896"/>
          </a:xfrm>
          <a:prstGeom prst="ellipse">
            <a:avLst/>
          </a:prstGeom>
          <a:solidFill>
            <a:srgbClr val="35D399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236976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143000" y="315468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in to CTFd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640080" y="3813048"/>
            <a:ext cx="310896" cy="310896"/>
          </a:xfrm>
          <a:prstGeom prst="ellipse">
            <a:avLst/>
          </a:prstGeom>
          <a:solidFill>
            <a:srgbClr val="35D399"/>
          </a:solidFill>
          <a:ln/>
        </p:spPr>
      </p:sp>
      <p:sp>
        <p:nvSpPr>
          <p:cNvPr id="11" name="Text 8"/>
          <p:cNvSpPr/>
          <p:nvPr/>
        </p:nvSpPr>
        <p:spPr>
          <a:xfrm>
            <a:off x="640080" y="3803904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143000" y="3721608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 track — any order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640080" y="4379976"/>
            <a:ext cx="310896" cy="310896"/>
          </a:xfrm>
          <a:prstGeom prst="ellipse">
            <a:avLst/>
          </a:prstGeom>
          <a:solidFill>
            <a:srgbClr val="35D399"/>
          </a:solidFill>
          <a:ln/>
        </p:spPr>
      </p:sp>
      <p:sp>
        <p:nvSpPr>
          <p:cNvPr id="14" name="Text 11"/>
          <p:cNvSpPr/>
          <p:nvPr/>
        </p:nvSpPr>
        <p:spPr>
          <a:xfrm>
            <a:off x="640080" y="4370832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143000" y="4288536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its "Start Here" challenge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640080" y="4946904"/>
            <a:ext cx="310896" cy="310896"/>
          </a:xfrm>
          <a:prstGeom prst="ellipse">
            <a:avLst/>
          </a:prstGeom>
          <a:solidFill>
            <a:srgbClr val="5B8DEF"/>
          </a:solidFill>
          <a:ln/>
        </p:spPr>
      </p:sp>
      <p:sp>
        <p:nvSpPr>
          <p:cNvPr id="17" name="Text 14"/>
          <p:cNvSpPr/>
          <p:nvPr/>
        </p:nvSpPr>
        <p:spPr>
          <a:xfrm>
            <a:off x="640080" y="493776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1143000" y="4855464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4F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the scoreboard — top 3 win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640080" y="58064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35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luck.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640080" y="64739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spc="1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CEI LABS CTF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2026-07-14T12:44:16Z</dcterms:created>
  <dcterms:modified xsi:type="dcterms:W3CDTF">2026-07-14T12:44:16Z</dcterms:modified>
</cp:coreProperties>
</file>